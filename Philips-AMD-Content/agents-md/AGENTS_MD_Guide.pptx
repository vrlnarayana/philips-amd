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4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6062472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F78E47">
              <a:alpha val="60000"/>
            </a:srgbClr>
          </a:solidFill>
          <a:ln/>
        </p:spPr>
      </p:sp>
      <p:pic>
        <p:nvPicPr>
          <p:cNvPr id="4" name="Image 0" descr="unext_white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194560" cy="457200"/>
          </a:xfrm>
          <a:prstGeom prst="rect">
            <a:avLst/>
          </a:prstGeom>
        </p:spPr>
      </p:pic>
      <p:pic>
        <p:nvPicPr>
          <p:cNvPr id="5" name="Image 1" descr="unex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411480"/>
            <a:ext cx="384048" cy="5760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21031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AGENTS.md — the Contract That Builds Your Use Case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566928" y="3520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write the AGENTS.md that steers OpenCode (Kimi-K2.5) to build safe, scaffolded agent systems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66928" y="48920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Guide · Philips AMD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Trainer: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Agentic AI Bootcamp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2-day hands-on · OpenCode + Kimi-K2.5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12700">
            <a:solidFill>
              <a:srgbClr val="FFD9C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E8460E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0"/>
            <a:ext cx="2011680" cy="6858000"/>
          </a:xfrm>
          <a:prstGeom prst="rect">
            <a:avLst/>
          </a:prstGeom>
          <a:solidFill>
            <a:srgbClr val="FF6600">
              <a:alpha val="70000"/>
            </a:srgbClr>
          </a:solidFill>
          <a:ln/>
        </p:spPr>
      </p:sp>
      <p:pic>
        <p:nvPicPr>
          <p:cNvPr id="4" name="Image 0" descr="unext_white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194560" cy="457200"/>
          </a:xfrm>
          <a:prstGeom prst="rect">
            <a:avLst/>
          </a:prstGeom>
        </p:spPr>
      </p:pic>
      <p:pic>
        <p:nvPicPr>
          <p:cNvPr id="5" name="Image 1" descr="unex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502920"/>
            <a:ext cx="45720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28803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AGENTS.md Is — and Why It Decides Your Two Days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566928" y="4343400"/>
            <a:ext cx="2926080" cy="0"/>
          </a:xfrm>
          <a:prstGeom prst="line">
            <a:avLst/>
          </a:prstGeom>
          <a:noFill/>
          <a:ln w="19050">
            <a:solidFill>
              <a:srgbClr val="FFD9C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0" y="28803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reads AGENTS.md automatically every time it works in your project. It is the single most important file you write — before you write any code.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in One Minute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212848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plain-Markdown file at your project root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(running Kimi-K2.5) reads it automatically, every turn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shared standard — the same file other agentic coding tools read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context + rules that steer how the coding agent builds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the spec that drives spec-driven development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decides your two days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2212848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AGENTS.md → the agent builds scaffolded, guardrailed code by construction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missing/weak one → you fight the agent and fix unsafe code all day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encodes the 10-point scaffold, the 4 guardrail layers, and the MCP rules once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it first; then every prompt to OpenCode inherits it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'orchestration &gt; syntax' in practice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81051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is to OpenCode what a good onboarding doc is to a new engineer.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wouldn't tell a new hire "just build it" with no architecture, conventions, or guardrails. Don't tell your coding agent that either.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291840"/>
            <a:ext cx="2560320" cy="18288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" y="347472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AGENTS.md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16052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scaffold rules, guardrails, MCP tools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108960" y="4023360"/>
            <a:ext cx="237744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15" name="Shape 11"/>
          <p:cNvSpPr/>
          <p:nvPr/>
        </p:nvSpPr>
        <p:spPr>
          <a:xfrm>
            <a:off x="3383280" y="3291840"/>
            <a:ext cx="2560320" cy="1828800"/>
          </a:xfrm>
          <a:prstGeom prst="roundRect">
            <a:avLst>
              <a:gd name="adj" fmla="val 3500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93008" y="347472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reads it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493008" y="416052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turn, automatically — it's the standing context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0" y="4023360"/>
            <a:ext cx="237744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19" name="Shape 15"/>
          <p:cNvSpPr/>
          <p:nvPr/>
        </p:nvSpPr>
        <p:spPr>
          <a:xfrm>
            <a:off x="6217920" y="3291840"/>
            <a:ext cx="2560320" cy="18288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27648" y="347472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prompt in plain English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327648" y="416052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 the Ingest agent" — it inherits all the rules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778240" y="4023360"/>
            <a:ext cx="237744" cy="274320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23" name="Shape 19"/>
          <p:cNvSpPr/>
          <p:nvPr/>
        </p:nvSpPr>
        <p:spPr>
          <a:xfrm>
            <a:off x="9052560" y="3291840"/>
            <a:ext cx="2560320" cy="1828800"/>
          </a:xfrm>
          <a:prstGeom prst="roundRect">
            <a:avLst>
              <a:gd name="adj" fmla="val 3500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62288" y="347472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builds to the contract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162288" y="416052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scaffolded + guardrailed by construction, not by luck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contract once. Every build step inherits it. That is why we write AGENTS.md before any code.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E8460E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0"/>
            <a:ext cx="2011680" cy="6858000"/>
          </a:xfrm>
          <a:prstGeom prst="rect">
            <a:avLst/>
          </a:prstGeom>
          <a:solidFill>
            <a:srgbClr val="FF6600">
              <a:alpha val="70000"/>
            </a:srgbClr>
          </a:solidFill>
          <a:ln/>
        </p:spPr>
      </p:sp>
      <p:pic>
        <p:nvPicPr>
          <p:cNvPr id="4" name="Image 0" descr="unext_white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194560" cy="457200"/>
          </a:xfrm>
          <a:prstGeom prst="rect">
            <a:avLst/>
          </a:prstGeom>
        </p:spPr>
      </p:pic>
      <p:pic>
        <p:nvPicPr>
          <p:cNvPr id="5" name="Image 1" descr="unex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502920"/>
            <a:ext cx="45720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28803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 — 13 Sections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566928" y="4343400"/>
            <a:ext cx="2926080" cy="0"/>
          </a:xfrm>
          <a:prstGeom prst="line">
            <a:avLst/>
          </a:prstGeom>
          <a:noFill/>
          <a:ln w="19050">
            <a:solidFill>
              <a:srgbClr val="FFD9C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0" y="28803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AGENTS.md for this programme has thirteen sections. Each one tells the coding agent something it must not guess.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13 Sections at a Glance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280160"/>
            <a:ext cx="365760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" y="1280160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Project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06240" y="1280160"/>
            <a:ext cx="740664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43400" y="1280160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goal + definition of done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1650492"/>
            <a:ext cx="365760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1650492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Tech stack &amp; runtime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206240" y="1650492"/>
            <a:ext cx="740664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3400" y="1650492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uv, FastAPI, the LiteLLM gateway, the coding agent, secrets rule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020824"/>
            <a:ext cx="365760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8368" y="2020824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Golden rules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206240" y="2020824"/>
            <a:ext cx="740664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43400" y="2020824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Build-first, never blind-accept, the 6-step cycle, no secrets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2391156"/>
            <a:ext cx="365760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" y="2391156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Architecture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206240" y="2391156"/>
            <a:ext cx="740664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343400" y="2391156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+ agents + typed hand-offs + bound the loop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2761488"/>
            <a:ext cx="365760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2761488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The 10-point scaffold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206240" y="2761488"/>
            <a:ext cx="740664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343400" y="2761488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non-negotiable harness code must pass by construction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48640" y="3131820"/>
            <a:ext cx="365760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8368" y="3131820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Guardrails (4 layers)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206240" y="3131820"/>
            <a:ext cx="740664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343400" y="3131820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layer sits + what it checks for THIS use case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8640" y="3502152"/>
            <a:ext cx="365760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58368" y="3502152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MCP server requirements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206240" y="3502152"/>
            <a:ext cx="740664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343400" y="3502152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to expose + auth + rate limit + audit + validation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48640" y="3872484"/>
            <a:ext cx="365760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8368" y="3872484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Project layout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4206240" y="3872484"/>
            <a:ext cx="740664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343400" y="3872484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hexagonal structure that keeps the core pure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48640" y="4242816"/>
            <a:ext cx="365760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58368" y="4242816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Commands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4206240" y="4242816"/>
            <a:ext cx="740664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343400" y="4242816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run / test / guardrail self-test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548640" y="4613148"/>
            <a:ext cx="365760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58368" y="4613148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Definition of Done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4206240" y="4613148"/>
            <a:ext cx="740664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343400" y="4613148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+ 🔒 red-team check + README current + trace check green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548640" y="4983480"/>
            <a:ext cx="365760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58368" y="4983480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Do / Don't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4206240" y="4983480"/>
            <a:ext cx="740664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343400" y="4983480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guardrails for the coding agent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548640" y="5353812"/>
            <a:ext cx="365760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58368" y="5353812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Documentation (README.md)</a:t>
            </a:r>
            <a:endParaRPr lang="en-US" sz="1150" dirty="0"/>
          </a:p>
        </p:txBody>
      </p:sp>
      <p:sp>
        <p:nvSpPr>
          <p:cNvPr id="55" name="Shape 51"/>
          <p:cNvSpPr/>
          <p:nvPr/>
        </p:nvSpPr>
        <p:spPr>
          <a:xfrm>
            <a:off x="4206240" y="5353812"/>
            <a:ext cx="740664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343400" y="5353812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README and keep it in sync with the code, every step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548640" y="5724144"/>
            <a:ext cx="365760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58368" y="5724144"/>
            <a:ext cx="34747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SDD &amp; Traceability</a:t>
            </a:r>
            <a:endParaRPr lang="en-US" sz="1150" dirty="0"/>
          </a:p>
        </p:txBody>
      </p:sp>
      <p:sp>
        <p:nvSpPr>
          <p:cNvPr id="59" name="Shape 55"/>
          <p:cNvSpPr/>
          <p:nvPr/>
        </p:nvSpPr>
        <p:spPr>
          <a:xfrm>
            <a:off x="4206240" y="5724144"/>
            <a:ext cx="7406640" cy="370332"/>
          </a:xfrm>
          <a:prstGeom prst="rect">
            <a:avLst/>
          </a:prstGeom>
          <a:solidFill>
            <a:srgbClr val="F5F7F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343400" y="5724144"/>
            <a:ext cx="72237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Spec-first: every behaviour gets a SPEC ID, carried spec → code → test → PR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· THE HEART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10-Point Scaffold — Non-Negotiable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harness. Tell the agent to make all ten true by construction — code that fails a check is not done: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96596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2148840"/>
            <a:ext cx="4983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Type hints on every boundary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LLM output → Pydantic v2 strict model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Async I/O — never block the event loop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Typed resilient client (retry + jitter)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Provider behind a port, not in the core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96596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2148840"/>
            <a:ext cx="4983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Tool-call args validated BEFORE execution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Destructive tools: business-rule + auth guards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FastAPI request AND response models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Contract tests as a CI gate (mock the LLM)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Pure core — no SDK / SQL / framework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504748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gate: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ten tick, the harness is up — the agent can build fast without a collapse. Treat the model as a flaky vendor; the harness is the stable thing you ship.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· 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Guardrail Layers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all four in AGENTS.md, and say what each checks for YOUR use case — the agent wires them at every seam: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207568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Input (pre-hook)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20756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agent reasons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583680" y="20756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 classify input; treat tool/doc content as untrusted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30358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Tool-call interceptor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303580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every MCP tool call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583680" y="303580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check + call budget + tool allowlist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8862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1520" y="39959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Output (post-hook)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566160" y="39959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output acts / returns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83680" y="39959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/ secret / brand / factual scan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49560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· Governance gate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566160" y="495604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consequential action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583680" y="495604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+ full audit log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in depth: no single layer is trusted alone. All four compose around every agent.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· MCP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Build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specify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212848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transport (FastAPI) — build for deploy from day one</a:t>
            </a:r>
            <a:endParaRPr lang="en-US" sz="1200" dirty="0"/>
          </a:p>
          <a:p>
            <a:pPr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every tool the agents may call</a:t>
            </a:r>
            <a:endParaRPr lang="en-US" sz="1200" dirty="0"/>
          </a:p>
          <a:p>
            <a:pPr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which tools are read-only vs destructive</a:t>
            </a:r>
            <a:endParaRPr lang="en-US" sz="1200" dirty="0"/>
          </a:p>
          <a:p>
            <a:pPr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tool: typed strict request/response</a:t>
            </a:r>
            <a:endParaRPr lang="en-US" sz="1200" dirty="0"/>
          </a:p>
          <a:p>
            <a:pPr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on every call · rate limit per caller · audit log</a:t>
            </a:r>
            <a:endParaRPr lang="en-US" sz="1200" dirty="0"/>
          </a:p>
          <a:p>
            <a:pPr marL="203200" indent="-2032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tool calls (check 6) + guarded destructive tools (check 7)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a tool entry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0" y="2194560"/>
            <a:ext cx="4983480" cy="3657600"/>
          </a:xfrm>
          <a:prstGeom prst="roundRect">
            <a:avLst>
              <a:gd name="adj" fmla="val 1500"/>
            </a:avLst>
          </a:prstGeom>
          <a:solidFill>
            <a:srgbClr val="13212B"/>
          </a:solidFill>
          <a:ln w="9525">
            <a:solidFill>
              <a:srgbClr val="2C3E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7960" y="2267712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A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— §7 tools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537960" y="2523744"/>
            <a:ext cx="470916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to expose (CS1):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file_reader       (read-only)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template_library  (read-only)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version_control   (read-only;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writes without L4)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approval_workflow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DESTRUCTIVE -&gt; auth +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human confirmation (check 7)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tool: typed I/O, auth,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limit, audit log.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 · DOCUMENTATION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— Document What You Build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212848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README.md at the project root — and keep it updated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must update the matching README section whenever it creates or changes a component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change the code, update the README in the SAME step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stale README is a defect — it's in the Definition of Done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provided README_SKELETON.md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README must contain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2212848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What this is — one-paragraph overview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Architecture — agents, orchestrator, MCP server, flow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Prerequisites  ·  4 · Setup (uv sync, .env)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How to run — copy-paste commands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MCP tools — table: tool · does · read/destructive · gate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Guardrails — the 4 layers and what each checks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Env vars  ·  9 · Testing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Build log — dated list of what's built, updated each session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 · 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&amp; Traceability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spec-first. No code without a spec ID — and that one ID is carried all the way to the PR, so spec → code → test → PR is greppable by a single string: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96596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2121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— every behaviour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77240" y="2542032"/>
            <a:ext cx="4983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Write the spec first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specs/SPEC-&lt;CS&gt;-NNN.md — small + pass/fail testable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Implement + tag the code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# [SPEC-&lt;CS&gt;-NNN] on the relevant line(s)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Write the test with the ID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def test_spec_&lt;cs&gt;_&lt;nnn&gt;_&lt;behaviour&gt;()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Carry the ID into the PR title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feat(...): ... [SPEC-&lt;CS&gt;-NNN]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72200" y="196596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0" y="2121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 · four anchors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0" y="2542032"/>
            <a:ext cx="4983480" cy="2606040"/>
          </a:xfrm>
          <a:prstGeom prst="roundRect">
            <a:avLst>
              <a:gd name="adj" fmla="val 2105"/>
            </a:avLst>
          </a:prstGeom>
          <a:solidFill>
            <a:srgbClr val="13212B"/>
          </a:solidFill>
          <a:ln w="9525">
            <a:solidFill>
              <a:srgbClr val="2C3E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37960" y="2615184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A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SPEC-CS3-007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537960" y="2871216"/>
            <a:ext cx="470916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  specs/SPEC-CS3-007.md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"no prod change without L4 gate"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  # [SPEC-CS3-007] L4 gate blocks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apply without human approval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 def test_spec_cs3_007_apply_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blocked_without_approval()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    feat(gov): human gate [SPEC-CS3-007]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54589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check in CI: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scripts/trace_check.py — every spec ID must appear in ≥1 code file AND ≥1 test. An orphan spec, or an ID with no spec, FAILS the build. grep one ID → spec + code + test + PR.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E8460E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0"/>
            <a:ext cx="2011680" cy="6858000"/>
          </a:xfrm>
          <a:prstGeom prst="rect">
            <a:avLst/>
          </a:prstGeom>
          <a:solidFill>
            <a:srgbClr val="FF6600">
              <a:alpha val="70000"/>
            </a:srgbClr>
          </a:solidFill>
          <a:ln/>
        </p:spPr>
      </p:sp>
      <p:pic>
        <p:nvPicPr>
          <p:cNvPr id="4" name="Image 0" descr="unext_white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194560" cy="457200"/>
          </a:xfrm>
          <a:prstGeom prst="rect">
            <a:avLst/>
          </a:prstGeom>
        </p:spPr>
      </p:pic>
      <p:pic>
        <p:nvPicPr>
          <p:cNvPr id="5" name="Image 1" descr="unex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502920"/>
            <a:ext cx="45720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28803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Skeleton — Copy This to Start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566928" y="4343400"/>
            <a:ext cx="2926080" cy="0"/>
          </a:xfrm>
          <a:prstGeom prst="line">
            <a:avLst/>
          </a:prstGeom>
          <a:noFill/>
          <a:ln w="19050">
            <a:solidFill>
              <a:srgbClr val="FFD9C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0" y="28803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AGENTS.md + README.md + SPEC skeletons you fill in per use case. We provide these plus three filled AGENTS.md versions (CS1, CS2, CS3) as a base.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Skeleton (1 of 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508760"/>
            <a:ext cx="11064240" cy="4526280"/>
          </a:xfrm>
          <a:prstGeom prst="roundRect">
            <a:avLst>
              <a:gd name="adj" fmla="val 1212"/>
            </a:avLst>
          </a:prstGeom>
          <a:solidFill>
            <a:srgbClr val="13212B"/>
          </a:solidFill>
          <a:ln w="9525">
            <a:solidFill>
              <a:srgbClr val="2C3E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1581912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A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85800" y="1837944"/>
            <a:ext cx="10789920" cy="410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AGENTS.md — &lt;USE CASE NAME&gt;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1. Project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Goal (one line): &lt;what this system does&gt;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case: &lt;CS1/CS2/CS3&gt;   Owner: &lt;name&gt;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2. Tech stack &amp; runtime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Python 3.11 · uv (uv sync --frozen) · FastAPI (async) · &lt;LangGraph/CrewAI&gt;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Runtime model: LiteLLM gateway http://&lt;gateway&gt;:4000/v1  (NO external APIs)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Coding agent: OpenCode + Kimi-K2.5 · Secrets from .env only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3. Golden rules for the coding agent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Spec-first (§13) · build first · never blind-accept · 6-step cycle · scaffold non-negotiable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4. Architecture to build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Orchestrator -&gt; domain agents &lt;list&gt; with typed hand-offs; bound the loop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5. The 10-point scaffold — MUST pass  (list all ten)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6. Guardrails — the 4 layers  (L1 input · L2 tool · L3 output · L4 gate)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Skeleton (2 of 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508760"/>
            <a:ext cx="11064240" cy="4526280"/>
          </a:xfrm>
          <a:prstGeom prst="roundRect">
            <a:avLst>
              <a:gd name="adj" fmla="val 1212"/>
            </a:avLst>
          </a:prstGeom>
          <a:solidFill>
            <a:srgbClr val="13212B"/>
          </a:solidFill>
          <a:ln w="9525">
            <a:solidFill>
              <a:srgbClr val="2C3E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1581912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FA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(continued)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85800" y="1837944"/>
            <a:ext cx="10789920" cy="410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7. MCP server build requirements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HTTP transport; tools: &lt;list, mark destructive&gt;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Every tool: typed I/O · auth · rate limit · audit · validated calls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8. Project layout  (hexagonal — keep the core pure)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app/core/      PURE: models.py ports.py agents.py guardrails.py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app/adapters/  llm_client.py  mcp_tools.py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app/api/       server.py  (FastAPI MCP server)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app/tests/     contract + property tests (LLM mocked)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.github/workflows/security.yml   (CI gate)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9. Commands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uv sync --frozen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uv run uvicorn app.api.server:app --reload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uv run pytest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10. Definition of Done  (pipeline · 4 layers · 🔒 attacks blocked · CI green · README + trace)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11. Do / Don't  (explicit guardrails for the coding agent)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12. Documentation — README.md  (create + keep in sync with the code, every step)</a:t>
            </a:r>
            <a:endParaRPr lang="en-US" sz="940" dirty="0"/>
          </a:p>
          <a:p>
            <a:pPr indent="0" marL="0">
              <a:lnSpc>
                <a:spcPts val="1316"/>
              </a:lnSpc>
              <a:buNone/>
            </a:pPr>
            <a:r>
              <a:rPr lang="en-US" sz="940" dirty="0">
                <a:solidFill>
                  <a:srgbClr val="E7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13. SDD &amp; Traceability  (spec-first · SPEC-&lt;CS&gt;-NNN carried spec -&gt; code -&gt; test -&gt; PR)</a:t>
            </a:r>
            <a:endParaRPr lang="en-US" sz="9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E8460E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0"/>
            <a:ext cx="2011680" cy="6858000"/>
          </a:xfrm>
          <a:prstGeom prst="rect">
            <a:avLst/>
          </a:prstGeom>
          <a:solidFill>
            <a:srgbClr val="FF6600">
              <a:alpha val="70000"/>
            </a:srgbClr>
          </a:solidFill>
          <a:ln/>
        </p:spPr>
      </p:sp>
      <p:pic>
        <p:nvPicPr>
          <p:cNvPr id="4" name="Image 0" descr="unext_white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194560" cy="457200"/>
          </a:xfrm>
          <a:prstGeom prst="rect">
            <a:avLst/>
          </a:prstGeom>
        </p:spPr>
      </p:pic>
      <p:pic>
        <p:nvPicPr>
          <p:cNvPr id="5" name="Image 1" descr="unex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502920"/>
            <a:ext cx="45720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28803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It Across the Two Days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566928" y="4343400"/>
            <a:ext cx="2926080" cy="0"/>
          </a:xfrm>
          <a:prstGeom prst="line">
            <a:avLst/>
          </a:prstGeom>
          <a:noFill/>
          <a:ln w="19050">
            <a:solidFill>
              <a:srgbClr val="FFD9C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0" y="28803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AGENTS.md per use-case project. Three are provided as a base — start from the matching one, fill the &lt;placeholders&gt;, then build.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FILES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Three Starting Files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82880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CS1 · Documentation Automation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31520" y="2743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→ Structure → Draft → Review Routing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31520" y="36576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file_reader, template_library, version_control, approval_workflow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43400" y="182880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80560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CS2 · Content Creation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2743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→ Draft → Style/Brand → Fact-Check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26280" y="36576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knowledge_base, style_guide, asset_fetcher, publish_workflow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38160" y="182880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75320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CS3 · Self-Healing System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321040" y="2743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→ Diagnose → Remediate → Validate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321040" y="36576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log_metrics, alerting, runbook_executor, ticket_rollback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a complete, filled AGENTS.md — the agents, tools, domain guardrails and the 🔒 red-team check are already written. You fill the &lt;gateway&gt;, &lt;model&gt; and &lt;name&gt; placeholders and start building.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Loop With OpenCode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554480"/>
            <a:ext cx="6675120" cy="4480560"/>
          </a:xfrm>
          <a:prstGeom prst="roundRect">
            <a:avLst>
              <a:gd name="adj" fmla="val 1429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7373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194560"/>
            <a:ext cx="63093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Put AGENTS.md at your project root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OpenCode reads it automatically — no flag needed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Fill the placeholders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&lt;gateway&gt; IP, &lt;model&gt;, your name, framework choice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Prompt in plain English, one agent at a time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"Build the Ingest agent and its pre-hook"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Review every change before you accept it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scaffold rules make the diff easy to trust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Run the loop: Define → … → Attack → Commit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re-run the red-team checks; commit when green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406640" y="1554480"/>
            <a:ext cx="4206240" cy="4480560"/>
          </a:xfrm>
          <a:prstGeom prst="roundRect">
            <a:avLst>
              <a:gd name="adj" fmla="val 1522"/>
            </a:avLst>
          </a:prstGeom>
          <a:solidFill>
            <a:srgbClr val="FDF1E7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3524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AGENTS.md alive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635240" y="219456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it as the design changes — it's the source of truth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agent does something wrong, the fix usually belongs in AGENTS.md, not the prompt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project-specific Do/Don't the moment you hit a sharp edge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accurate AGENTS.md beats a long, stale one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AGENTS.md vs a Weak One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pic>
        <p:nvPicPr>
          <p:cNvPr id="5" name="Image 0" descr="unex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65760"/>
            <a:ext cx="329184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00800"/>
            <a:ext cx="9418320" cy="0"/>
          </a:xfrm>
          <a:prstGeom prst="line">
            <a:avLst/>
          </a:prstGeom>
          <a:noFill/>
          <a:ln w="9525">
            <a:solidFill>
              <a:srgbClr val="F0DC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3737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700" dirty="0"/>
          </a:p>
        </p:txBody>
      </p:sp>
      <p:pic>
        <p:nvPicPr>
          <p:cNvPr id="8" name="Image 1" descr="unext_dark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19088"/>
            <a:ext cx="14173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 good one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212848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Specific: names the agents, tools, and what each guardrail checks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the 10 scaffold points explicitly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which tools are destructive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concrete Definition of Done + 🔒 attack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accurate, and kept up to date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the agent what NOT to do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 weak one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2212848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Vague: "build a documentation system with guardrails"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scaffold rules → unsafe code by default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list → the agent invents tools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destructive-tool marking → unguarded actions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DoD → you never know when it's done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→ the agent follows the wrong contract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4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" name="Image 0" descr="unext_white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194560" cy="457200"/>
          </a:xfrm>
          <a:prstGeom prst="rect">
            <a:avLst/>
          </a:prstGeom>
        </p:spPr>
      </p:pic>
      <p:pic>
        <p:nvPicPr>
          <p:cNvPr id="4" name="Image 1" descr="unex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457200"/>
            <a:ext cx="384048" cy="5760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24688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Contract First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66928" y="36576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E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AGENTS.md is the difference between the agent building WITH you and against you. Start from your use-case file, fill the placeholders, and build.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66928" y="4892040"/>
            <a:ext cx="2926080" cy="0"/>
          </a:xfrm>
          <a:prstGeom prst="line">
            <a:avLst/>
          </a:prstGeom>
          <a:noFill/>
          <a:ln w="19050">
            <a:solidFill>
              <a:srgbClr val="FFD9C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6928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and the program approach is strictly confidential. It is strictly forbidden to share any part of this program design approach with any third party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2026-10-03T06:26:02Z</dcterms:created>
  <dcterms:modified xsi:type="dcterms:W3CDTF">2026-10-03T06:26:02Z</dcterms:modified>
</cp:coreProperties>
</file>